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C8FC"/>
    <a:srgbClr val="C4DBEF"/>
    <a:srgbClr val="D7E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184" y="10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5DB0839-BFCF-4C8B-8830-EB580CB5E074}"/>
              </a:ext>
            </a:extLst>
          </p:cNvPr>
          <p:cNvSpPr/>
          <p:nvPr userDrawn="1"/>
        </p:nvSpPr>
        <p:spPr>
          <a:xfrm>
            <a:off x="-1106905" y="1876926"/>
            <a:ext cx="10924673" cy="396560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1930B-F1B0-4490-8DAE-2245E9A2B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341" y="2313460"/>
            <a:ext cx="9144000" cy="17971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2C5A8-567F-40C0-8FD5-4AB146701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341" y="4265190"/>
            <a:ext cx="9144000" cy="125008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A45D9-C8FB-4B3D-BF03-0308D7B3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81472-DA61-484B-A58D-7403E5B8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37131-A8FF-4D26-9554-D4F69092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6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0DA96-0EB3-4FDB-AB4C-4EC0271C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8A2FA-18B6-4C50-B747-E3CE583A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A39109-CDE5-4A2C-8C09-C2D52733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5BE37-2F28-4937-B244-D83641F5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4A3D21-CBFA-400A-A2D5-56C6C4A7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62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74E86-70B6-460F-9744-B283AFC1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C41EB2-03F4-4826-9BC1-C32552693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8674C-7704-46F4-942E-5144B4E5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1EAE0-7722-4BBA-AD68-A1FDD8CD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F7546-E5C3-4160-9064-CE8E0A48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36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85D52-F2E4-4513-9F8F-DFAEF7BF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4CACC-5E01-4CA3-9A69-F7022E7C5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6C17DE-F242-4DBE-8F8A-3D108616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7899A-71BC-40E8-A9CA-9CE9DFAD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08EBA9-2BC8-423D-A0DC-5C62D1D9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40999A-060E-4FFD-83CD-9CB8DC0F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407E8-5E99-4181-B930-26A4BC43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C6DFDA-878B-4DB6-B7DF-FE089C766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102EC-C093-4CC7-ADC7-0167E0F15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DC1F5E-3D84-4114-AE66-7105B4844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6A31E1-1CDF-4629-BA1F-DF9BB5BA6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B25C5D-840C-427B-BC9B-52525F47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C66A11-0C9C-4E58-BF64-37E189FB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090A9F-BFF0-4BFE-87AA-05DA2FF0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3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807DB-6CDB-4223-8ED3-C8ABC5DD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7995E8-40D4-49FA-B706-FAE10919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13E5DC-A1EB-4868-88F7-F48BD79F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7CDC9D-6F30-4261-9AAB-9F94155D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54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6EBEEF-C2FC-43DC-A82E-FD873E64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050D03-01A0-4192-A5A0-D13D933F5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41A99A-6621-40E8-92B2-76D91227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12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63E50-3213-4B48-86A8-093E396D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C810E-1053-43B9-847A-9DC73B764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1A487-DF63-49F8-9330-A5528DAD3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545C8-B58D-497E-9DBD-C055F27F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812531-5117-4C14-AFE2-E2FF2962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7C35F3-45CD-4137-A50D-881C1A2F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4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B057C-A415-4E49-98E9-3E6F11CE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30FA21-AB14-4854-9692-8F0E29C71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42A90-2ED0-4C57-8B91-4D8D22E9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0A4192-8281-49F2-A0E7-BE4109D9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15B09-877E-4683-9F9F-BE1D6F59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9D9600-EB6C-4EAD-B821-F4CFE54A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2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60A14-CC9D-44EB-8DF9-DE17922A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6E892E-FB06-463D-8A82-5D13DFE49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53848-BC08-4D9D-887F-CD396706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98FAC-54D9-4EC2-B1C2-88862610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7608A-D122-4332-B28B-EB762A22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86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2B2126-802F-4CEB-9330-59A16A388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C01692-AA1A-46D9-ABF7-D8F10C986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A45D5-88B9-4FD8-9E5D-89B87DC0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A33BF-1395-491A-8A2F-CDA69B65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EB10A-2C9F-479E-9A08-C9F7A112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48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2FEE2AC-D7E5-4548-ADF1-0355B2E621FB}"/>
              </a:ext>
            </a:extLst>
          </p:cNvPr>
          <p:cNvSpPr/>
          <p:nvPr userDrawn="1"/>
        </p:nvSpPr>
        <p:spPr>
          <a:xfrm rot="2293913">
            <a:off x="8617002" y="-400153"/>
            <a:ext cx="5809129" cy="2389596"/>
          </a:xfrm>
          <a:prstGeom prst="rect">
            <a:avLst/>
          </a:prstGeom>
          <a:solidFill>
            <a:srgbClr val="D7E7F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FA2E65-BAE2-421B-B21F-34F7863011B8}"/>
              </a:ext>
            </a:extLst>
          </p:cNvPr>
          <p:cNvSpPr/>
          <p:nvPr userDrawn="1"/>
        </p:nvSpPr>
        <p:spPr>
          <a:xfrm rot="2293913">
            <a:off x="8727003" y="-928397"/>
            <a:ext cx="5809129" cy="2389596"/>
          </a:xfrm>
          <a:prstGeom prst="rect">
            <a:avLst/>
          </a:prstGeom>
          <a:solidFill>
            <a:schemeClr val="accent6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0A66DE-15B2-4340-B9C2-B81485D9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25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32778-0E0F-42A8-B93E-B85D14A33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3D9F26-7745-4D5A-89B3-1C8B84D54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77A1B-C5E9-4D05-B553-B12FEA00425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DA499-3EFA-4358-BDB7-C087D7567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B4C73-823B-4234-A931-A132B443D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2143D-4C62-4331-AFC1-19C92793334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2737E9-E2D1-4DBE-B052-E2430BD73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416" b="69775" l="17978" r="79888">
                        <a14:foregroundMark x1="42135" y1="11461" x2="42135" y2="11461"/>
                        <a14:foregroundMark x1="49438" y1="8989" x2="49438" y2="8989"/>
                        <a14:foregroundMark x1="57865" y1="12360" x2="57865" y2="12360"/>
                        <a14:foregroundMark x1="40562" y1="38876" x2="63820" y2="40787"/>
                        <a14:foregroundMark x1="63820" y1="40787" x2="42472" y2="45056"/>
                        <a14:foregroundMark x1="42472" y1="45056" x2="48652" y2="60449"/>
                        <a14:foregroundMark x1="36742" y1="34719" x2="40337" y2="46742"/>
                        <a14:foregroundMark x1="41348" y1="35618" x2="51461" y2="47753"/>
                        <a14:foregroundMark x1="57753" y1="36742" x2="59775" y2="49101"/>
                        <a14:foregroundMark x1="71573" y1="37191" x2="71461" y2="43596"/>
                        <a14:foregroundMark x1="27753" y1="36180" x2="27303" y2="42584"/>
                        <a14:foregroundMark x1="27416" y1="69326" x2="27416" y2="69326"/>
                        <a14:foregroundMark x1="33596" y1="68090" x2="33596" y2="68090"/>
                        <a14:foregroundMark x1="55730" y1="59775" x2="56742" y2="59888"/>
                        <a14:foregroundMark x1="73258" y1="69101" x2="73258" y2="69101"/>
                        <a14:foregroundMark x1="65955" y1="68652" x2="65955" y2="68652"/>
                        <a14:foregroundMark x1="66517" y1="68764" x2="66517" y2="68764"/>
                        <a14:foregroundMark x1="66292" y1="69213" x2="66292" y2="69213"/>
                        <a14:foregroundMark x1="66067" y1="69775" x2="66067" y2="69775"/>
                        <a14:foregroundMark x1="55843" y1="60449" x2="42697" y2="60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282" r="12298" b="24025"/>
          <a:stretch/>
        </p:blipFill>
        <p:spPr>
          <a:xfrm>
            <a:off x="10470777" y="-49905"/>
            <a:ext cx="1721223" cy="1689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125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得意黑" pitchFamily="50" charset="-122"/>
          <a:ea typeface="得意黑" pitchFamily="5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aple Mono NF CN" panose="020F0509060000000000" pitchFamily="49" charset="-122"/>
          <a:ea typeface="Maple Mono NF CN" panose="020F0509060000000000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aple Mono NF CN" panose="020F0509060000000000" pitchFamily="49" charset="-122"/>
          <a:ea typeface="Maple Mono NF CN" panose="020F0509060000000000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aple Mono NF CN" panose="020F0509060000000000" pitchFamily="49" charset="-122"/>
          <a:ea typeface="Maple Mono NF CN" panose="020F0509060000000000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ple Mono NF CN" panose="020F0509060000000000" pitchFamily="49" charset="-122"/>
          <a:ea typeface="Maple Mono NF CN" panose="020F0509060000000000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ple Mono NF CN" panose="020F0509060000000000" pitchFamily="49" charset="-122"/>
          <a:ea typeface="Maple Mono NF CN" panose="020F0509060000000000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546BE-0017-4AC4-BE39-1363FC852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N.O.P.E </a:t>
            </a:r>
            <a:r>
              <a:rPr lang="zh-CN" altLang="en-US" dirty="0"/>
              <a:t>机器人协会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4C78AC-AC60-4C38-9FF9-171AF5B2FE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欢迎加入机器人协会！！</a:t>
            </a:r>
          </a:p>
        </p:txBody>
      </p:sp>
    </p:spTree>
    <p:extLst>
      <p:ext uri="{BB962C8B-B14F-4D97-AF65-F5344CB8AC3E}">
        <p14:creationId xmlns:p14="http://schemas.microsoft.com/office/powerpoint/2010/main" val="3000324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E8C918D-4720-4CDF-B30F-EB65B53A1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穿越竹林 1 min">
            <a:hlinkClick r:id="" action="ppaction://media"/>
            <a:extLst>
              <a:ext uri="{FF2B5EF4-FFF2-40B4-BE49-F238E27FC236}">
                <a16:creationId xmlns:a16="http://schemas.microsoft.com/office/drawing/2014/main" id="{AEFD9266-D5EA-487F-9C7F-F2375AA2B0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75453" y="615188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0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4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4F3CBA-BB5F-49AF-9278-EA75316BB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25" y="0"/>
            <a:ext cx="12297103" cy="6858000"/>
          </a:xfrm>
          <a:prstGeom prst="rect">
            <a:avLst/>
          </a:prstGeom>
        </p:spPr>
      </p:pic>
      <p:pic>
        <p:nvPicPr>
          <p:cNvPr id="6" name="小苹果 - 呼禾">
            <a:hlinkClick r:id="" action="ppaction://media"/>
            <a:extLst>
              <a:ext uri="{FF2B5EF4-FFF2-40B4-BE49-F238E27FC236}">
                <a16:creationId xmlns:a16="http://schemas.microsoft.com/office/drawing/2014/main" id="{A63CDB2C-F8E4-4E84-8492-60F1A6B847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87208" y="626738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NOPE">
      <a:dk1>
        <a:srgbClr val="034A90"/>
      </a:dk1>
      <a:lt1>
        <a:srgbClr val="C2DFFD"/>
      </a:lt1>
      <a:dk2>
        <a:srgbClr val="323F4F"/>
      </a:dk2>
      <a:lt2>
        <a:srgbClr val="D6DCE4"/>
      </a:lt2>
      <a:accent1>
        <a:srgbClr val="C55A11"/>
      </a:accent1>
      <a:accent2>
        <a:srgbClr val="BF9000"/>
      </a:accent2>
      <a:accent3>
        <a:srgbClr val="FFD965"/>
      </a:accent3>
      <a:accent4>
        <a:srgbClr val="F4B183"/>
      </a:accent4>
      <a:accent5>
        <a:srgbClr val="A8D08D"/>
      </a:accent5>
      <a:accent6>
        <a:srgbClr val="9CC3E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</Words>
  <Application>Microsoft Office PowerPoint</Application>
  <PresentationFormat>宽屏</PresentationFormat>
  <Paragraphs>2</Paragraphs>
  <Slides>3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Maple Mono NF CN</vt:lpstr>
      <vt:lpstr>得意黑</vt:lpstr>
      <vt:lpstr>等线</vt:lpstr>
      <vt:lpstr>Arial</vt:lpstr>
      <vt:lpstr>Office 主题​​</vt:lpstr>
      <vt:lpstr>N.O.P.E 机器人协会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 陶</dc:creator>
  <cp:lastModifiedBy>唐 陶</cp:lastModifiedBy>
  <cp:revision>10</cp:revision>
  <dcterms:created xsi:type="dcterms:W3CDTF">2025-09-22T01:49:47Z</dcterms:created>
  <dcterms:modified xsi:type="dcterms:W3CDTF">2025-09-22T03:16:44Z</dcterms:modified>
</cp:coreProperties>
</file>